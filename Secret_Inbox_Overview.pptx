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45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C75D3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INBOX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Anonymous Feedback, Reimagined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shipped, the API surface, the system underneath, and what's next.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  ·  SDE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· PART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02082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002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Username Login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2432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login or register — no password.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202082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9087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2002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Invite Link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62432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link for everyone; share directly or via Outlook draft.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77072" y="202082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7707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002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Guided Submission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77072" y="262432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anonymous messages with prompt categories.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" y="366674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04672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36484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Inbox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27024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every 3 seconds, newest messages first.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90872" y="366674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690872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36484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Reactions &amp; Replies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27024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an emoji or send a reply inline.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6F3EE"/>
          </a:solidFill>
          <a:ln/>
          <a:effectLst>
            <a:outerShdw blurRad="76200" dist="25400" dir="5400000" algn="bl" rotWithShape="0">
              <a:srgbClr val="1C1A1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77072" y="3666744"/>
            <a:ext cx="530352" cy="530352"/>
          </a:xfrm>
          <a:prstGeom prst="ellipse">
            <a:avLst/>
          </a:prstGeom>
          <a:solidFill>
            <a:srgbClr val="C75D3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577072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217152" y="36484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Archive &amp; Restore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77072" y="4270248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the inbox without losing anything.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· PART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Features, continued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1C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C75D3C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🚩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 &amp; Pause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 abusive message, or pause the inbox so it stops accepting new ones.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1C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640080" cy="640080"/>
          </a:xfrm>
          <a:prstGeom prst="ellipse">
            <a:avLst/>
          </a:prstGeom>
          <a:solidFill>
            <a:srgbClr val="C75D3C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Delete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message for good, with a confirmation step.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1C1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41080" y="2514600"/>
            <a:ext cx="640080" cy="640080"/>
          </a:xfrm>
          <a:prstGeom prst="ellipse">
            <a:avLst/>
          </a:prstGeom>
          <a:solidFill>
            <a:srgbClr val="C75D3C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41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Reply Check &amp; Private Link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replies on-screen, then copy the private link to return later.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API Surface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8737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in, or register on first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/users/{user_id}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profile &amp; inbox settings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/users/{user_id}/settings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or resume accepting 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/invites/{user_id}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reusable invite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/messages/{user_id}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inbox: active, archived, or reported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/messages/token/{token}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checks for a reply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/messages/{id}/archive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a message out of the inbox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/messages/{id}/restore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a message back to the inbox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/messages/{id}/reaction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an emoji reaction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/messages/{id}/reply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reply to the sender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/messages/{id}/report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a message as reported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65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message-service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3B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/messages/{id}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delete a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64592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1C1A17"/>
          </a:solidFill>
          <a:ln w="12700">
            <a:solidFill>
              <a:srgbClr val="3A3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4300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2359152"/>
            <a:ext cx="320040" cy="292608"/>
          </a:xfrm>
          <a:prstGeom prst="downArrow">
            <a:avLst/>
          </a:prstGeom>
          <a:solidFill>
            <a:srgbClr val="6B65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2F6F6B"/>
          </a:solidFill>
          <a:ln w="12700">
            <a:solidFill>
              <a:srgbClr val="3A3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user-service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99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69748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C75D3C"/>
          </a:solidFill>
          <a:ln w="12700">
            <a:solidFill>
              <a:srgbClr val="3A3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017520" y="2788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message-service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099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926080"/>
            <a:ext cx="457200" cy="228600"/>
          </a:xfrm>
          <a:prstGeom prst="leftRightArrow">
            <a:avLst/>
          </a:prstGeom>
          <a:solidFill>
            <a:srgbClr val="6B655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3040" y="3456432"/>
            <a:ext cx="292608" cy="292608"/>
          </a:xfrm>
          <a:prstGeom prst="downArrow">
            <a:avLst/>
          </a:prstGeom>
          <a:solidFill>
            <a:srgbClr val="6B65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31920" y="3456432"/>
            <a:ext cx="292608" cy="292608"/>
          </a:xfrm>
          <a:prstGeom prst="downArrow">
            <a:avLst/>
          </a:prstGeom>
          <a:solidFill>
            <a:srgbClr val="6B65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6F3EE"/>
          </a:solidFill>
          <a:ln w="12700">
            <a:solidFill>
              <a:srgbClr val="6B65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user.db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3822192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6F3EE"/>
          </a:solidFill>
          <a:ln w="12700">
            <a:solidFill>
              <a:srgbClr val="6B65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01752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message.db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169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17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per service — each owns its own data, no shared tables.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1645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2057400"/>
            <a:ext cx="365760" cy="365760"/>
          </a:xfrm>
          <a:prstGeom prst="ellipse">
            <a:avLst/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5778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202082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Owner creates and shares an invite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233172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creates one reusable link; Outlook opens a draft for sharing.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3044952"/>
            <a:ext cx="365760" cy="365760"/>
          </a:xfrm>
          <a:prstGeom prst="ellipse">
            <a:avLst/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5778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300837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Sender submits anonymously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331927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form posts through the invite link; the same link can accept multiple notes.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4032504"/>
            <a:ext cx="365760" cy="365760"/>
          </a:xfrm>
          <a:prstGeom prst="ellipse">
            <a:avLst/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5778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080760" y="39959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Persist &amp; return private link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080760" y="430682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saves the note and gives its sender a private reply-check link.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5020056"/>
            <a:ext cx="365760" cy="365760"/>
          </a:xfrm>
          <a:prstGeom prst="ellipse">
            <a:avLst/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557784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080760" y="49834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Owner and sender follow up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080760" y="529437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manages replies; the sender page polls for updates and keeps the link copyable.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08076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F6F3EE"/>
          </a:solidFill>
          <a:ln w="9525">
            <a:solidFill>
              <a:srgbClr val="6B6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548640" y="6080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87752" y="6080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6F3EE"/>
          </a:solidFill>
          <a:ln w="9525">
            <a:solidFill>
              <a:srgbClr val="6B6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2587752" y="6080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separation of concerns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04104" y="6080760"/>
            <a:ext cx="1796796" cy="347472"/>
          </a:xfrm>
          <a:prstGeom prst="roundRect">
            <a:avLst>
              <a:gd name="adj" fmla="val 50000"/>
            </a:avLst>
          </a:prstGeom>
          <a:solidFill>
            <a:srgbClr val="F6F3EE"/>
          </a:solidFill>
          <a:ln w="9525">
            <a:solidFill>
              <a:srgbClr val="6B6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404104" y="6080760"/>
            <a:ext cx="1796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APIs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65492" y="608076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F6F3EE"/>
          </a:solidFill>
          <a:ln w="9525">
            <a:solidFill>
              <a:srgbClr val="6B6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365492" y="608076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schema changes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Built, Tested &amp; Ready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features run with Ollama; public invite URLs require deployment.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3A3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30428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OLLAMA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2128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Inbox Summaries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active inbox messages into a concise overview with themes and standout notes.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3A3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75120" y="230428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OLLAMA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0" y="22128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880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Suggested Replies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3832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suggested reply draft that the owner can review and edit before sending.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5931" y="5276088"/>
            <a:ext cx="1034690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 dirty="0">
                <a:solidFill>
                  <a:schemeClr val="bg2"/>
                </a:solidFill>
              </a:rPr>
              <a:t>Verified tests: Frontend 53 · Message API 96 · User API 26 (175 total). Outlook opens a draf</a:t>
            </a:r>
            <a:r>
              <a:rPr lang="en-US" sz="1400" dirty="0">
                <a:solidFill>
                  <a:schemeClr val="bg2"/>
                </a:solidFill>
              </a:rPr>
              <a:t>t</a:t>
            </a:r>
            <a:r>
              <a:rPr sz="1400" dirty="0">
                <a:solidFill>
                  <a:schemeClr val="bg2"/>
                </a:solidFill>
              </a:rPr>
              <a:t>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SDE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Engineering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1965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Service Layer + Dependency Injection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0370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service classes (UserService, MessageService); FastAPI injects the DB session into thin route handlers.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F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9864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Database-per-service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8269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owns its own SQLite store — no shared tables, no shared schema, independent evolution.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75D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776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Status-driven state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6168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status field (active, archived, reported) models a message's lifecycle, instead of hard deletes.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F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566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 SQLite schema updates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40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checks use ALTER TABLE to add specific missing columns to existing tables; there is no versioned migration framework or zero-downtime guarantee.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75D3C"/>
                </a:solidFill>
                <a:latin typeface="Calibri"/>
              </a:rP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1C1A17"/>
                </a:solidFill>
                <a:latin typeface="Bookman Old Style"/>
              </a:rPr>
              <a:t>API &amp; Data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6B655C"/>
                </a:solidFill>
                <a:latin typeface="Calibri"/>
              </a:rPr>
              <a:t>How shared invites, anonymous submissions, and private follow-up work end to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01952"/>
            <a:ext cx="5376672" cy="1700784"/>
          </a:xfrm>
          <a:prstGeom prst="round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66544"/>
            <a:ext cx="4919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75D3C"/>
                </a:solidFill>
                <a:latin typeface="Calibri"/>
              </a:rPr>
              <a:t>01  CREATE &amp;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C1A17"/>
                </a:solidFill>
                <a:latin typeface="Consolas"/>
              </a:rPr>
              <a:t>POST  /invites/{user_id}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491947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55C"/>
                </a:solidFill>
                <a:latin typeface="Calibri"/>
              </a:rPr>
              <a:t>Returns one invite token for the inbox. The same link is reusable by multiple people while the inbox accepts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01952"/>
            <a:ext cx="5376672" cy="1700784"/>
          </a:xfrm>
          <a:prstGeom prst="round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66544"/>
            <a:ext cx="4919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6F6B"/>
                </a:solidFill>
                <a:latin typeface="Calibri"/>
              </a:rPr>
              <a:t>02  SUBMIT ANONYMOUSLY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95728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C1A17"/>
                </a:solidFill>
                <a:latin typeface="Consolas"/>
              </a:rPr>
              <a:t>POST  /messages/invite/{invite_token}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70632"/>
            <a:ext cx="491947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55C"/>
                </a:solidFill>
                <a:latin typeface="Calibri"/>
              </a:rPr>
              <a:t>Accepts message content and an optional category. Returns a unique reply token for this sender.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76672" cy="1700784"/>
          </a:xfrm>
          <a:prstGeom prst="round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4919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6F6B"/>
                </a:solidFill>
                <a:latin typeface="Calibri"/>
              </a:rPr>
              <a:t>03  CHECK FOR A REPLY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34256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C1A17"/>
                </a:solidFill>
                <a:latin typeface="Consolas"/>
              </a:rPr>
              <a:t>GET  /messages/token/{reply_token}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491947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55C"/>
                </a:solidFill>
                <a:latin typeface="Calibri"/>
              </a:rPr>
              <a:t>Returns the sender’s message, reaction, and reply without exposing the inbox owner ID. The page refreshes every 5 seconds; its private URL can be copied to return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76672" cy="1700784"/>
          </a:xfrm>
          <a:prstGeom prst="round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005072"/>
            <a:ext cx="4919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75D3C"/>
                </a:solidFill>
                <a:latin typeface="Calibri"/>
              </a:rPr>
              <a:t>04  OWNER INBOX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34256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C1A17"/>
                </a:solidFill>
                <a:latin typeface="Consolas"/>
              </a:rPr>
              <a:t>GET  /messages/{user_id}?status=active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91947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55C"/>
                </a:solidFill>
                <a:latin typeface="Calibri"/>
              </a:rPr>
              <a:t>Status filters: active, archived, reported. PATCH manages replies, reactions, reports, and archive/restore; DELETE permanently removes a message.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42432"/>
            <a:ext cx="11064240" cy="438912"/>
          </a:xfrm>
          <a:prstGeom prst="round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76072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A07F"/>
                </a:solidFill>
                <a:latin typeface="Calibri"/>
              </a:rPr>
              <a:t>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SQLite per service · Message limit: 500 characters · Public invite URLs require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6B655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ret Inbox">
  <a:themeElements>
    <a:clrScheme name="Secret Inbox">
      <a:dk1>
        <a:srgbClr val="1C1A17"/>
      </a:dk1>
      <a:lt1>
        <a:srgbClr val="FFFFFF"/>
      </a:lt1>
      <a:dk2>
        <a:srgbClr val="3A332B"/>
      </a:dk2>
      <a:lt2>
        <a:srgbClr val="F6F3EE"/>
      </a:lt2>
      <a:accent1>
        <a:srgbClr val="C75D3C"/>
      </a:accent1>
      <a:accent2>
        <a:srgbClr val="2F6F6B"/>
      </a:accent2>
      <a:accent3>
        <a:srgbClr val="E8A33D"/>
      </a:accent3>
      <a:accent4>
        <a:srgbClr val="6B655C"/>
      </a:accent4>
      <a:accent5>
        <a:srgbClr val="8C3B24"/>
      </a:accent5>
      <a:accent6>
        <a:srgbClr val="17504C"/>
      </a:accent6>
      <a:hlink>
        <a:srgbClr val="C75D3C"/>
      </a:hlink>
      <a:folHlink>
        <a:srgbClr val="8C3B24"/>
      </a:folHlink>
    </a:clrScheme>
    <a:fontScheme name="Secret Inbox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898</Words>
  <Application>Microsoft Macintosh PowerPoint</Application>
  <PresentationFormat>Widescreen</PresentationFormat>
  <Paragraphs>175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Consolas</vt:lpstr>
      <vt:lpstr>Secret Inbox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Secret Inbox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Inbox Feature &amp; System Overview</dc:title>
  <dc:subject>PptxGenJS Presentation</dc:subject>
  <dc:creator>Secret Inbox</dc:creator>
  <cp:lastModifiedBy>Vedanshu Daxesh Patel</cp:lastModifiedBy>
  <cp:revision>3</cp:revision>
  <dcterms:created xsi:type="dcterms:W3CDTF">2026-10-12T17:29:18Z</dcterms:created>
  <dcterms:modified xsi:type="dcterms:W3CDTF">2026-10-13T03:34:13Z</dcterms:modified>
</cp:coreProperties>
</file>